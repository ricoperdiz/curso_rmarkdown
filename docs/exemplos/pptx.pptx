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Habits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Bruninha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Dez 2031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Segundo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Terceiro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item de lista não numerada</a:t>
            </a:r>
          </a:p>
          <a:p>
            <a:pPr lvl="0"/>
            <a:r>
              <a:rPr/>
              <a:t>outro item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Quarto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Mais uma lista</a:t>
            </a:r>
          </a:p>
          <a:p>
            <a:pPr lvl="0"/>
            <a:r>
              <a:rPr/>
              <a:t>Outro item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Mais um slide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Outro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Lista numerada</a:t>
            </a:r>
          </a:p>
          <a:p>
            <a:pPr lvl="0" indent="-342900" marL="342900">
              <a:buAutoNum type="arabicPeriod"/>
            </a:pPr>
            <a:r>
              <a:rPr/>
              <a:t>Outro item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x_files/figure-pptx/ca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606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Um plot.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Mais outro slide para finalizar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startAt="2" type="arabicPeriod"/>
            </a:pPr>
            <a:r>
              <a:rPr/>
              <a:t>Lista numerada</a:t>
            </a:r>
          </a:p>
          <a:p>
            <a:pPr lvl="0" indent="-342900" marL="342900">
              <a:buAutoNum startAt="2" type="arabicPeriod"/>
            </a:pPr>
            <a:r>
              <a:rPr/>
              <a:t>Outro item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Habits</dc:title>
  <dc:creator>Bruninha</dc:creator>
  <cp:keywords/>
  <dcterms:created xsi:type="dcterms:W3CDTF">2025-07-09T15:59:23Z</dcterms:created>
  <dcterms:modified xsi:type="dcterms:W3CDTF">2025-07-09T15:59:23Z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 Dez 2031</vt:lpwstr>
  </property>
  <property fmtid="{D5CDD505-2E9C-101B-9397-08002B2CF9AE}" pid="3" name="output">
    <vt:lpwstr>rmarkdown::powerpoint_presentation</vt:lpwstr>
  </property>
</Properties>
</file>